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Cooper BT Light" charset="1" panose="0208050304030B020404"/>
      <p:regular r:id="rId11"/>
    </p:embeddedFont>
    <p:embeddedFont>
      <p:font typeface="Open Sans" charset="1" panose="00000000000000000000"/>
      <p:regular r:id="rId12"/>
    </p:embeddedFont>
    <p:embeddedFont>
      <p:font typeface="Open Sans Semi-Bold" charset="1" panose="00000000000000000000"/>
      <p:regular r:id="rId13"/>
    </p:embeddedFont>
    <p:embeddedFont>
      <p:font typeface="Open Sans Ultra-Bold" charset="1" panose="00000000000000000000"/>
      <p:regular r:id="rId14"/>
    </p:embeddedFont>
    <p:embeddedFont>
      <p:font typeface="Open Sans Bold" charset="1" panose="00000000000000000000"/>
      <p:regular r:id="rId15"/>
    </p:embeddedFont>
    <p:embeddedFont>
      <p:font typeface="Open Sans Medium" charset="1" panose="000000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16" Target="../media/image21.png" Type="http://schemas.openxmlformats.org/officeDocument/2006/relationships/image"/><Relationship Id="rId17" Target="../media/image22.svg" Type="http://schemas.openxmlformats.org/officeDocument/2006/relationships/image"/><Relationship Id="rId18" Target="../media/image23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13.png" Type="http://schemas.openxmlformats.org/officeDocument/2006/relationships/image"/><Relationship Id="rId9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svg" Type="http://schemas.openxmlformats.org/officeDocument/2006/relationships/image"/><Relationship Id="rId6" Target="../media/image28.png" Type="http://schemas.openxmlformats.org/officeDocument/2006/relationships/image"/><Relationship Id="rId7" Target="../media/image2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11" Target="../media/image19.png" Type="http://schemas.openxmlformats.org/officeDocument/2006/relationships/image"/><Relationship Id="rId12" Target="../media/image20.svg" Type="http://schemas.openxmlformats.org/officeDocument/2006/relationships/image"/><Relationship Id="rId2" Target="../media/image30.png" Type="http://schemas.openxmlformats.org/officeDocument/2006/relationships/image"/><Relationship Id="rId3" Target="../media/image31.svg" Type="http://schemas.openxmlformats.org/officeDocument/2006/relationships/image"/><Relationship Id="rId4" Target="../media/image32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844504" y="9172575"/>
            <a:ext cx="693329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hello@domain.com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424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9182100"/>
            <a:ext cx="467822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60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Myname here</a:t>
            </a:r>
          </a:p>
        </p:txBody>
      </p:sp>
      <p:sp>
        <p:nvSpPr>
          <p:cNvPr name="AutoShape 5" id="5"/>
          <p:cNvSpPr/>
          <p:nvPr/>
        </p:nvSpPr>
        <p:spPr>
          <a:xfrm>
            <a:off x="4725285" y="9568815"/>
            <a:ext cx="8837429" cy="0"/>
          </a:xfrm>
          <a:prstGeom prst="line">
            <a:avLst/>
          </a:prstGeom>
          <a:ln cap="flat" w="190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3877720" y="5359003"/>
            <a:ext cx="10532560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20"/>
              </a:lnSpc>
            </a:pPr>
            <a:r>
              <a:rPr lang="en-US" b="true" sz="3600" spc="1152">
                <a:solidFill>
                  <a:srgbClr val="FCCE90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PRESENTATION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510202" y="3623072"/>
            <a:ext cx="13267596" cy="182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00"/>
              </a:lnSpc>
            </a:pPr>
            <a:r>
              <a:rPr lang="en-US" sz="12000" b="true">
                <a:solidFill>
                  <a:srgbClr val="FFFFFF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Title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7301732" y="-61465"/>
            <a:ext cx="3684536" cy="3684536"/>
          </a:xfrm>
          <a:custGeom>
            <a:avLst/>
            <a:gdLst/>
            <a:ahLst/>
            <a:cxnLst/>
            <a:rect r="r" b="b" t="t" l="l"/>
            <a:pathLst>
              <a:path h="3684536" w="3684536">
                <a:moveTo>
                  <a:pt x="0" y="0"/>
                </a:moveTo>
                <a:lnTo>
                  <a:pt x="3684536" y="0"/>
                </a:lnTo>
                <a:lnTo>
                  <a:pt x="3684536" y="3684537"/>
                </a:lnTo>
                <a:lnTo>
                  <a:pt x="0" y="368453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09" y="-16669"/>
            <a:ext cx="18317633" cy="10303669"/>
          </a:xfrm>
          <a:custGeom>
            <a:avLst/>
            <a:gdLst/>
            <a:ahLst/>
            <a:cxnLst/>
            <a:rect r="r" b="b" t="t" l="l"/>
            <a:pathLst>
              <a:path h="10303669" w="18317633">
                <a:moveTo>
                  <a:pt x="0" y="0"/>
                </a:moveTo>
                <a:lnTo>
                  <a:pt x="18317633" y="0"/>
                </a:lnTo>
                <a:lnTo>
                  <a:pt x="18317633" y="10303669"/>
                </a:lnTo>
                <a:lnTo>
                  <a:pt x="0" y="103036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9463" y="2040731"/>
            <a:ext cx="5066791" cy="6205538"/>
            <a:chOff x="0" y="0"/>
            <a:chExt cx="829947" cy="10164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29947" cy="1016475"/>
            </a:xfrm>
            <a:custGeom>
              <a:avLst/>
              <a:gdLst/>
              <a:ahLst/>
              <a:cxnLst/>
              <a:rect r="r" b="b" t="t" l="l"/>
              <a:pathLst>
                <a:path h="1016475" w="829947">
                  <a:moveTo>
                    <a:pt x="705487" y="1016475"/>
                  </a:moveTo>
                  <a:lnTo>
                    <a:pt x="124460" y="1016475"/>
                  </a:lnTo>
                  <a:cubicBezTo>
                    <a:pt x="55880" y="1016475"/>
                    <a:pt x="0" y="960595"/>
                    <a:pt x="0" y="89201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05487" y="0"/>
                  </a:lnTo>
                  <a:cubicBezTo>
                    <a:pt x="774067" y="0"/>
                    <a:pt x="829947" y="55880"/>
                    <a:pt x="829947" y="124460"/>
                  </a:cubicBezTo>
                  <a:lnTo>
                    <a:pt x="829947" y="892015"/>
                  </a:lnTo>
                  <a:cubicBezTo>
                    <a:pt x="829947" y="960595"/>
                    <a:pt x="774067" y="1016475"/>
                    <a:pt x="705487" y="1016475"/>
                  </a:cubicBezTo>
                  <a:close/>
                </a:path>
              </a:pathLst>
            </a:custGeom>
            <a:solidFill>
              <a:srgbClr val="E2A9F1">
                <a:alpha val="60000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610604" y="2040731"/>
            <a:ext cx="5066791" cy="6205538"/>
            <a:chOff x="0" y="0"/>
            <a:chExt cx="829947" cy="10164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29947" cy="1016475"/>
            </a:xfrm>
            <a:custGeom>
              <a:avLst/>
              <a:gdLst/>
              <a:ahLst/>
              <a:cxnLst/>
              <a:rect r="r" b="b" t="t" l="l"/>
              <a:pathLst>
                <a:path h="1016475" w="829947">
                  <a:moveTo>
                    <a:pt x="705487" y="1016475"/>
                  </a:moveTo>
                  <a:lnTo>
                    <a:pt x="124460" y="1016475"/>
                  </a:lnTo>
                  <a:cubicBezTo>
                    <a:pt x="55880" y="1016475"/>
                    <a:pt x="0" y="960595"/>
                    <a:pt x="0" y="89201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05487" y="0"/>
                  </a:lnTo>
                  <a:cubicBezTo>
                    <a:pt x="774067" y="0"/>
                    <a:pt x="829947" y="55880"/>
                    <a:pt x="829947" y="124460"/>
                  </a:cubicBezTo>
                  <a:lnTo>
                    <a:pt x="829947" y="892015"/>
                  </a:lnTo>
                  <a:cubicBezTo>
                    <a:pt x="829947" y="960595"/>
                    <a:pt x="774067" y="1016475"/>
                    <a:pt x="705487" y="1016475"/>
                  </a:cubicBezTo>
                  <a:close/>
                </a:path>
              </a:pathLst>
            </a:custGeom>
            <a:solidFill>
              <a:srgbClr val="E2A9F1">
                <a:alpha val="60000"/>
              </a:srgbClr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2192509" y="2040731"/>
            <a:ext cx="5066791" cy="6205538"/>
            <a:chOff x="0" y="0"/>
            <a:chExt cx="829947" cy="101647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29947" cy="1016475"/>
            </a:xfrm>
            <a:custGeom>
              <a:avLst/>
              <a:gdLst/>
              <a:ahLst/>
              <a:cxnLst/>
              <a:rect r="r" b="b" t="t" l="l"/>
              <a:pathLst>
                <a:path h="1016475" w="829947">
                  <a:moveTo>
                    <a:pt x="705487" y="1016475"/>
                  </a:moveTo>
                  <a:lnTo>
                    <a:pt x="124460" y="1016475"/>
                  </a:lnTo>
                  <a:cubicBezTo>
                    <a:pt x="55880" y="1016475"/>
                    <a:pt x="0" y="960595"/>
                    <a:pt x="0" y="892015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705487" y="0"/>
                  </a:lnTo>
                  <a:cubicBezTo>
                    <a:pt x="774067" y="0"/>
                    <a:pt x="829947" y="55880"/>
                    <a:pt x="829947" y="124460"/>
                  </a:cubicBezTo>
                  <a:lnTo>
                    <a:pt x="829947" y="892015"/>
                  </a:lnTo>
                  <a:cubicBezTo>
                    <a:pt x="829947" y="960595"/>
                    <a:pt x="774067" y="1016475"/>
                    <a:pt x="705487" y="1016475"/>
                  </a:cubicBezTo>
                  <a:close/>
                </a:path>
              </a:pathLst>
            </a:custGeom>
            <a:solidFill>
              <a:srgbClr val="E2A9F1">
                <a:alpha val="60000"/>
              </a:srgbClr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2718790" y="3060678"/>
            <a:ext cx="1615339" cy="1605814"/>
            <a:chOff x="0" y="0"/>
            <a:chExt cx="2153785" cy="2141085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153785" cy="2141085"/>
              <a:chOff x="0" y="0"/>
              <a:chExt cx="812800" cy="808007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812800" cy="808007"/>
              </a:xfrm>
              <a:custGeom>
                <a:avLst/>
                <a:gdLst/>
                <a:ahLst/>
                <a:cxnLst/>
                <a:rect r="r" b="b" t="t" l="l"/>
                <a:pathLst>
                  <a:path h="808007" w="812800">
                    <a:moveTo>
                      <a:pt x="406400" y="0"/>
                    </a:moveTo>
                    <a:cubicBezTo>
                      <a:pt x="181951" y="0"/>
                      <a:pt x="0" y="180879"/>
                      <a:pt x="0" y="404004"/>
                    </a:cubicBezTo>
                    <a:cubicBezTo>
                      <a:pt x="0" y="627129"/>
                      <a:pt x="181951" y="808007"/>
                      <a:pt x="406400" y="808007"/>
                    </a:cubicBezTo>
                    <a:cubicBezTo>
                      <a:pt x="630849" y="808007"/>
                      <a:pt x="812800" y="627129"/>
                      <a:pt x="812800" y="404004"/>
                    </a:cubicBezTo>
                    <a:cubicBezTo>
                      <a:pt x="812800" y="180879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76200" y="47176"/>
                <a:ext cx="660400" cy="6850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0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8193" y="495868"/>
              <a:ext cx="2057400" cy="1139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720"/>
                </a:lnSpc>
              </a:pPr>
              <a:r>
                <a:rPr lang="en-US" b="true" sz="56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8336331" y="3063518"/>
            <a:ext cx="1615339" cy="1605814"/>
            <a:chOff x="0" y="0"/>
            <a:chExt cx="2153785" cy="2141085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2153785" cy="2141085"/>
              <a:chOff x="0" y="0"/>
              <a:chExt cx="812800" cy="808007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812800" cy="808007"/>
              </a:xfrm>
              <a:custGeom>
                <a:avLst/>
                <a:gdLst/>
                <a:ahLst/>
                <a:cxnLst/>
                <a:rect r="r" b="b" t="t" l="l"/>
                <a:pathLst>
                  <a:path h="808007" w="812800">
                    <a:moveTo>
                      <a:pt x="406400" y="0"/>
                    </a:moveTo>
                    <a:cubicBezTo>
                      <a:pt x="181951" y="0"/>
                      <a:pt x="0" y="180879"/>
                      <a:pt x="0" y="404004"/>
                    </a:cubicBezTo>
                    <a:cubicBezTo>
                      <a:pt x="0" y="627129"/>
                      <a:pt x="181951" y="808007"/>
                      <a:pt x="406400" y="808007"/>
                    </a:cubicBezTo>
                    <a:cubicBezTo>
                      <a:pt x="630849" y="808007"/>
                      <a:pt x="812800" y="627129"/>
                      <a:pt x="812800" y="404004"/>
                    </a:cubicBezTo>
                    <a:cubicBezTo>
                      <a:pt x="812800" y="180879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76200" y="47176"/>
                <a:ext cx="660400" cy="6850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48193" y="495868"/>
              <a:ext cx="2057400" cy="1139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720"/>
                </a:lnSpc>
              </a:pPr>
              <a:r>
                <a:rPr lang="en-US" b="true" sz="56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953871" y="3060678"/>
            <a:ext cx="1615339" cy="1605814"/>
            <a:chOff x="0" y="0"/>
            <a:chExt cx="2153785" cy="2141085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2153785" cy="2141085"/>
              <a:chOff x="0" y="0"/>
              <a:chExt cx="812800" cy="808007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812800" cy="808007"/>
              </a:xfrm>
              <a:custGeom>
                <a:avLst/>
                <a:gdLst/>
                <a:ahLst/>
                <a:cxnLst/>
                <a:rect r="r" b="b" t="t" l="l"/>
                <a:pathLst>
                  <a:path h="808007" w="812800">
                    <a:moveTo>
                      <a:pt x="406400" y="0"/>
                    </a:moveTo>
                    <a:cubicBezTo>
                      <a:pt x="181951" y="0"/>
                      <a:pt x="0" y="180879"/>
                      <a:pt x="0" y="404004"/>
                    </a:cubicBezTo>
                    <a:cubicBezTo>
                      <a:pt x="0" y="627129"/>
                      <a:pt x="181951" y="808007"/>
                      <a:pt x="406400" y="808007"/>
                    </a:cubicBezTo>
                    <a:cubicBezTo>
                      <a:pt x="630849" y="808007"/>
                      <a:pt x="812800" y="627129"/>
                      <a:pt x="812800" y="404004"/>
                    </a:cubicBezTo>
                    <a:cubicBezTo>
                      <a:pt x="812800" y="180879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76200" y="47176"/>
                <a:ext cx="660400" cy="68508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0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48193" y="495868"/>
              <a:ext cx="2057400" cy="1139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6720"/>
                </a:lnSpc>
              </a:pPr>
              <a:r>
                <a:rPr lang="en-US" b="true" sz="5600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029463" y="629239"/>
            <a:ext cx="3728304" cy="399461"/>
          </a:xfrm>
          <a:custGeom>
            <a:avLst/>
            <a:gdLst/>
            <a:ahLst/>
            <a:cxnLst/>
            <a:rect r="r" b="b" t="t" l="l"/>
            <a:pathLst>
              <a:path h="399461" w="3728304">
                <a:moveTo>
                  <a:pt x="0" y="0"/>
                </a:moveTo>
                <a:lnTo>
                  <a:pt x="3728304" y="0"/>
                </a:lnTo>
                <a:lnTo>
                  <a:pt x="3728304" y="399461"/>
                </a:lnTo>
                <a:lnTo>
                  <a:pt x="0" y="3994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33815" y="5071211"/>
            <a:ext cx="445656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4200">
                <a:solidFill>
                  <a:srgbClr val="FFBD59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subtitle 1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732586" y="5954263"/>
            <a:ext cx="3659018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</a:pPr>
            <a:r>
              <a:rPr lang="en-US" sz="21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Give a striking overview of the problem and explain it briefly.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15720" y="5071211"/>
            <a:ext cx="445656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4200">
                <a:solidFill>
                  <a:srgbClr val="FFBD59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subtitle 2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314491" y="5954263"/>
            <a:ext cx="3659018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Elaborate on how this negatively impacts people and their experiences.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497624" y="5071211"/>
            <a:ext cx="445656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040"/>
              </a:lnSpc>
            </a:pPr>
            <a:r>
              <a:rPr lang="en-US" b="true" sz="4200">
                <a:solidFill>
                  <a:srgbClr val="FFBD59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subtitle 2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896395" y="5954263"/>
            <a:ext cx="3659018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Frame the problems effectively as it will set the stage of your entire pitch.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268" y="-7051"/>
            <a:ext cx="18300536" cy="10294051"/>
          </a:xfrm>
          <a:custGeom>
            <a:avLst/>
            <a:gdLst/>
            <a:ahLst/>
            <a:cxnLst/>
            <a:rect r="r" b="b" t="t" l="l"/>
            <a:pathLst>
              <a:path h="10294051" w="18300536">
                <a:moveTo>
                  <a:pt x="0" y="0"/>
                </a:moveTo>
                <a:lnTo>
                  <a:pt x="18300536" y="0"/>
                </a:lnTo>
                <a:lnTo>
                  <a:pt x="18300536" y="10294051"/>
                </a:lnTo>
                <a:lnTo>
                  <a:pt x="0" y="102940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32030" y="8133766"/>
            <a:ext cx="4423941" cy="473994"/>
          </a:xfrm>
          <a:custGeom>
            <a:avLst/>
            <a:gdLst/>
            <a:ahLst/>
            <a:cxnLst/>
            <a:rect r="r" b="b" t="t" l="l"/>
            <a:pathLst>
              <a:path h="473994" w="4423941">
                <a:moveTo>
                  <a:pt x="0" y="0"/>
                </a:moveTo>
                <a:lnTo>
                  <a:pt x="4423940" y="0"/>
                </a:lnTo>
                <a:lnTo>
                  <a:pt x="4423940" y="473994"/>
                </a:lnTo>
                <a:lnTo>
                  <a:pt x="0" y="47399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18084">
            <a:off x="1975650" y="3831512"/>
            <a:ext cx="4583787" cy="2616925"/>
          </a:xfrm>
          <a:custGeom>
            <a:avLst/>
            <a:gdLst/>
            <a:ahLst/>
            <a:cxnLst/>
            <a:rect r="r" b="b" t="t" l="l"/>
            <a:pathLst>
              <a:path h="2616925" w="4583787">
                <a:moveTo>
                  <a:pt x="0" y="0"/>
                </a:moveTo>
                <a:lnTo>
                  <a:pt x="4583787" y="0"/>
                </a:lnTo>
                <a:lnTo>
                  <a:pt x="4583787" y="2616925"/>
                </a:lnTo>
                <a:lnTo>
                  <a:pt x="0" y="26169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6465142" y="5782063"/>
            <a:ext cx="5611040" cy="909119"/>
            <a:chOff x="0" y="0"/>
            <a:chExt cx="7481386" cy="1212159"/>
          </a:xfrm>
        </p:grpSpPr>
        <p:grpSp>
          <p:nvGrpSpPr>
            <p:cNvPr name="Group 6" id="6"/>
            <p:cNvGrpSpPr/>
            <p:nvPr/>
          </p:nvGrpSpPr>
          <p:grpSpPr>
            <a:xfrm rot="0">
              <a:off x="553866" y="13595"/>
              <a:ext cx="728389" cy="732044"/>
              <a:chOff x="0" y="0"/>
              <a:chExt cx="143879" cy="144601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43879" cy="144601"/>
              </a:xfrm>
              <a:custGeom>
                <a:avLst/>
                <a:gdLst/>
                <a:ahLst/>
                <a:cxnLst/>
                <a:rect r="r" b="b" t="t" l="l"/>
                <a:pathLst>
                  <a:path h="144601" w="143879">
                    <a:moveTo>
                      <a:pt x="71940" y="0"/>
                    </a:moveTo>
                    <a:lnTo>
                      <a:pt x="71940" y="0"/>
                    </a:lnTo>
                    <a:cubicBezTo>
                      <a:pt x="91019" y="0"/>
                      <a:pt x="109317" y="7579"/>
                      <a:pt x="122809" y="21071"/>
                    </a:cubicBezTo>
                    <a:cubicBezTo>
                      <a:pt x="136300" y="34562"/>
                      <a:pt x="143879" y="52860"/>
                      <a:pt x="143879" y="71940"/>
                    </a:cubicBezTo>
                    <a:lnTo>
                      <a:pt x="143879" y="72662"/>
                    </a:lnTo>
                    <a:cubicBezTo>
                      <a:pt x="143879" y="112393"/>
                      <a:pt x="111671" y="144601"/>
                      <a:pt x="71940" y="144601"/>
                    </a:cubicBezTo>
                    <a:lnTo>
                      <a:pt x="71940" y="144601"/>
                    </a:lnTo>
                    <a:cubicBezTo>
                      <a:pt x="52860" y="144601"/>
                      <a:pt x="34562" y="137022"/>
                      <a:pt x="21071" y="123531"/>
                    </a:cubicBezTo>
                    <a:cubicBezTo>
                      <a:pt x="7579" y="110039"/>
                      <a:pt x="0" y="91741"/>
                      <a:pt x="0" y="72662"/>
                    </a:cubicBezTo>
                    <a:lnTo>
                      <a:pt x="0" y="71940"/>
                    </a:lnTo>
                    <a:cubicBezTo>
                      <a:pt x="0" y="32208"/>
                      <a:pt x="32208" y="0"/>
                      <a:pt x="71940" y="0"/>
                    </a:cubicBezTo>
                    <a:close/>
                  </a:path>
                </a:pathLst>
              </a:custGeom>
              <a:solidFill>
                <a:srgbClr val="25C8EB"/>
              </a:solidFill>
            </p:spPr>
          </p:sp>
          <p:sp>
            <p:nvSpPr>
              <p:cNvPr name="TextBox 8" id="8"/>
              <p:cNvSpPr txBox="true"/>
              <p:nvPr/>
            </p:nvSpPr>
            <p:spPr>
              <a:xfrm>
                <a:off x="0" y="-38100"/>
                <a:ext cx="143879" cy="1827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Freeform 9" id="9"/>
            <p:cNvSpPr/>
            <p:nvPr/>
          </p:nvSpPr>
          <p:spPr>
            <a:xfrm flipH="false" flipV="false" rot="0">
              <a:off x="575517" y="46409"/>
              <a:ext cx="682204" cy="682204"/>
            </a:xfrm>
            <a:custGeom>
              <a:avLst/>
              <a:gdLst/>
              <a:ahLst/>
              <a:cxnLst/>
              <a:rect r="r" b="b" t="t" l="l"/>
              <a:pathLst>
                <a:path h="682204" w="682204">
                  <a:moveTo>
                    <a:pt x="0" y="0"/>
                  </a:moveTo>
                  <a:lnTo>
                    <a:pt x="682205" y="0"/>
                  </a:lnTo>
                  <a:lnTo>
                    <a:pt x="682205" y="682204"/>
                  </a:lnTo>
                  <a:lnTo>
                    <a:pt x="0" y="6822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 rot="0">
              <a:off x="0" y="757875"/>
              <a:ext cx="1836121" cy="440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8EAD6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@name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3763510" y="771469"/>
              <a:ext cx="1836121" cy="440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8EAD6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@name</a:t>
              </a:r>
            </a:p>
          </p:txBody>
        </p:sp>
        <p:sp>
          <p:nvSpPr>
            <p:cNvPr name="Freeform 12" id="12"/>
            <p:cNvSpPr/>
            <p:nvPr/>
          </p:nvSpPr>
          <p:spPr>
            <a:xfrm flipH="false" flipV="false" rot="0">
              <a:off x="4320948" y="0"/>
              <a:ext cx="721246" cy="721246"/>
            </a:xfrm>
            <a:custGeom>
              <a:avLst/>
              <a:gdLst/>
              <a:ahLst/>
              <a:cxnLst/>
              <a:rect r="r" b="b" t="t" l="l"/>
              <a:pathLst>
                <a:path h="721246" w="721246">
                  <a:moveTo>
                    <a:pt x="0" y="0"/>
                  </a:moveTo>
                  <a:lnTo>
                    <a:pt x="721246" y="0"/>
                  </a:lnTo>
                  <a:lnTo>
                    <a:pt x="721246" y="721246"/>
                  </a:lnTo>
                  <a:lnTo>
                    <a:pt x="0" y="72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197854" y="11973"/>
              <a:ext cx="730943" cy="730943"/>
            </a:xfrm>
            <a:custGeom>
              <a:avLst/>
              <a:gdLst/>
              <a:ahLst/>
              <a:cxnLst/>
              <a:rect r="r" b="b" t="t" l="l"/>
              <a:pathLst>
                <a:path h="730943" w="730943">
                  <a:moveTo>
                    <a:pt x="0" y="0"/>
                  </a:moveTo>
                  <a:lnTo>
                    <a:pt x="730943" y="0"/>
                  </a:lnTo>
                  <a:lnTo>
                    <a:pt x="730943" y="730943"/>
                  </a:lnTo>
                  <a:lnTo>
                    <a:pt x="0" y="7309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 rot="0">
              <a:off x="5645265" y="759496"/>
              <a:ext cx="1836121" cy="440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8EAD6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@name</a:t>
              </a:r>
            </a:p>
          </p:txBody>
        </p:sp>
        <p:sp>
          <p:nvSpPr>
            <p:cNvPr name="Freeform 15" id="15"/>
            <p:cNvSpPr/>
            <p:nvPr/>
          </p:nvSpPr>
          <p:spPr>
            <a:xfrm flipH="false" flipV="false" rot="0">
              <a:off x="2476322" y="1178"/>
              <a:ext cx="845811" cy="721246"/>
            </a:xfrm>
            <a:custGeom>
              <a:avLst/>
              <a:gdLst/>
              <a:ahLst/>
              <a:cxnLst/>
              <a:rect r="r" b="b" t="t" l="l"/>
              <a:pathLst>
                <a:path h="721246" w="845811">
                  <a:moveTo>
                    <a:pt x="0" y="0"/>
                  </a:moveTo>
                  <a:lnTo>
                    <a:pt x="845811" y="0"/>
                  </a:lnTo>
                  <a:lnTo>
                    <a:pt x="845811" y="721246"/>
                  </a:lnTo>
                  <a:lnTo>
                    <a:pt x="0" y="7212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 rot="0">
              <a:off x="1881755" y="770291"/>
              <a:ext cx="1836121" cy="4406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30"/>
                </a:lnSpc>
                <a:spcBef>
                  <a:spcPct val="0"/>
                </a:spcBef>
              </a:pPr>
              <a:r>
                <a:rPr lang="en-US" sz="2100">
                  <a:solidFill>
                    <a:srgbClr val="F8EAD6"/>
                  </a:solidFill>
                  <a:latin typeface="Open Sans"/>
                  <a:ea typeface="Open Sans"/>
                  <a:cs typeface="Open Sans"/>
                  <a:sym typeface="Open Sans"/>
                </a:rPr>
                <a:t>@name</a:t>
              </a: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2427335" y="2790582"/>
            <a:ext cx="2796694" cy="2896764"/>
          </a:xfrm>
          <a:custGeom>
            <a:avLst/>
            <a:gdLst/>
            <a:ahLst/>
            <a:cxnLst/>
            <a:rect r="r" b="b" t="t" l="l"/>
            <a:pathLst>
              <a:path h="2896764" w="2796694">
                <a:moveTo>
                  <a:pt x="0" y="0"/>
                </a:moveTo>
                <a:lnTo>
                  <a:pt x="2796694" y="0"/>
                </a:lnTo>
                <a:lnTo>
                  <a:pt x="2796694" y="2896764"/>
                </a:lnTo>
                <a:lnTo>
                  <a:pt x="0" y="2896764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2256671" y="2906069"/>
            <a:ext cx="2875994" cy="2875994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8"/>
              <a:stretch>
                <a:fillRect l="0" t="0" r="0" b="-62601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3858438" y="2299092"/>
            <a:ext cx="10571124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The best speaker in the world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319799" y="1181100"/>
            <a:ext cx="11648401" cy="1060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000"/>
              </a:lnSpc>
            </a:pPr>
            <a:r>
              <a:rPr lang="en-US" b="true" sz="8000">
                <a:solidFill>
                  <a:srgbClr val="FFFFFF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Who am I?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465142" y="3827784"/>
            <a:ext cx="5391941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040"/>
              </a:lnSpc>
            </a:pPr>
            <a:r>
              <a:rPr lang="en-US" b="true" sz="4200">
                <a:solidFill>
                  <a:srgbClr val="FFFFFF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My name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465142" y="4518346"/>
            <a:ext cx="4922494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What I do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805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5381082">
            <a:off x="9181390" y="5202194"/>
            <a:ext cx="4327378" cy="0"/>
          </a:xfrm>
          <a:prstGeom prst="line">
            <a:avLst/>
          </a:prstGeom>
          <a:ln cap="rnd" w="76200">
            <a:solidFill>
              <a:srgbClr val="FFFFFF"/>
            </a:solidFill>
            <a:prstDash val="sysDot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0819396" y="2356074"/>
            <a:ext cx="1075176" cy="1066562"/>
            <a:chOff x="0" y="0"/>
            <a:chExt cx="1433568" cy="1422083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433568" cy="1422083"/>
              <a:chOff x="0" y="0"/>
              <a:chExt cx="812800" cy="806288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812800" cy="806288"/>
              </a:xfrm>
              <a:custGeom>
                <a:avLst/>
                <a:gdLst/>
                <a:ahLst/>
                <a:cxnLst/>
                <a:rect r="r" b="b" t="t" l="l"/>
                <a:pathLst>
                  <a:path h="806288" w="812800">
                    <a:moveTo>
                      <a:pt x="406400" y="0"/>
                    </a:moveTo>
                    <a:cubicBezTo>
                      <a:pt x="181951" y="0"/>
                      <a:pt x="0" y="180494"/>
                      <a:pt x="0" y="403144"/>
                    </a:cubicBezTo>
                    <a:cubicBezTo>
                      <a:pt x="0" y="625794"/>
                      <a:pt x="181951" y="806288"/>
                      <a:pt x="406400" y="806288"/>
                    </a:cubicBezTo>
                    <a:cubicBezTo>
                      <a:pt x="630849" y="806288"/>
                      <a:pt x="812800" y="625794"/>
                      <a:pt x="812800" y="403144"/>
                    </a:cubicBezTo>
                    <a:cubicBezTo>
                      <a:pt x="812800" y="180494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76200" y="56540"/>
                <a:ext cx="660400" cy="6741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0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32077" y="326866"/>
              <a:ext cx="1369414" cy="758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472"/>
                </a:lnSpc>
              </a:pPr>
              <a:r>
                <a:rPr lang="en-US" b="true" sz="372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819396" y="4485207"/>
            <a:ext cx="1075176" cy="1066562"/>
            <a:chOff x="0" y="0"/>
            <a:chExt cx="1433568" cy="142208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433568" cy="1422083"/>
              <a:chOff x="0" y="0"/>
              <a:chExt cx="812800" cy="80628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812800" cy="806288"/>
              </a:xfrm>
              <a:custGeom>
                <a:avLst/>
                <a:gdLst/>
                <a:ahLst/>
                <a:cxnLst/>
                <a:rect r="r" b="b" t="t" l="l"/>
                <a:pathLst>
                  <a:path h="806288" w="812800">
                    <a:moveTo>
                      <a:pt x="406400" y="0"/>
                    </a:moveTo>
                    <a:cubicBezTo>
                      <a:pt x="181951" y="0"/>
                      <a:pt x="0" y="180494"/>
                      <a:pt x="0" y="403144"/>
                    </a:cubicBezTo>
                    <a:cubicBezTo>
                      <a:pt x="0" y="625794"/>
                      <a:pt x="181951" y="806288"/>
                      <a:pt x="406400" y="806288"/>
                    </a:cubicBezTo>
                    <a:cubicBezTo>
                      <a:pt x="630849" y="806288"/>
                      <a:pt x="812800" y="625794"/>
                      <a:pt x="812800" y="403144"/>
                    </a:cubicBezTo>
                    <a:cubicBezTo>
                      <a:pt x="812800" y="180494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76200" y="56540"/>
                <a:ext cx="660400" cy="6741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0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32077" y="326866"/>
              <a:ext cx="1369414" cy="758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472"/>
                </a:lnSpc>
              </a:pPr>
              <a:r>
                <a:rPr lang="en-US" b="true" sz="372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795584" y="6614340"/>
            <a:ext cx="1075176" cy="1066562"/>
            <a:chOff x="0" y="0"/>
            <a:chExt cx="1433568" cy="1422083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433568" cy="1422083"/>
              <a:chOff x="0" y="0"/>
              <a:chExt cx="812800" cy="806288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812800" cy="806288"/>
              </a:xfrm>
              <a:custGeom>
                <a:avLst/>
                <a:gdLst/>
                <a:ahLst/>
                <a:cxnLst/>
                <a:rect r="r" b="b" t="t" l="l"/>
                <a:pathLst>
                  <a:path h="806288" w="812800">
                    <a:moveTo>
                      <a:pt x="406400" y="0"/>
                    </a:moveTo>
                    <a:cubicBezTo>
                      <a:pt x="181951" y="0"/>
                      <a:pt x="0" y="180494"/>
                      <a:pt x="0" y="403144"/>
                    </a:cubicBezTo>
                    <a:cubicBezTo>
                      <a:pt x="0" y="625794"/>
                      <a:pt x="181951" y="806288"/>
                      <a:pt x="406400" y="806288"/>
                    </a:cubicBezTo>
                    <a:cubicBezTo>
                      <a:pt x="630849" y="806288"/>
                      <a:pt x="812800" y="625794"/>
                      <a:pt x="812800" y="403144"/>
                    </a:cubicBezTo>
                    <a:cubicBezTo>
                      <a:pt x="812800" y="180494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76200" y="56540"/>
                <a:ext cx="660400" cy="67415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730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32077" y="326866"/>
              <a:ext cx="1369414" cy="7588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472"/>
                </a:lnSpc>
              </a:pPr>
              <a:r>
                <a:rPr lang="en-US" b="true" sz="3727">
                  <a:solidFill>
                    <a:srgbClr val="000000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3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6544658" y="5857113"/>
            <a:ext cx="1743342" cy="5620774"/>
          </a:xfrm>
          <a:custGeom>
            <a:avLst/>
            <a:gdLst/>
            <a:ahLst/>
            <a:cxnLst/>
            <a:rect r="r" b="b" t="t" l="l"/>
            <a:pathLst>
              <a:path h="5620774" w="1743342">
                <a:moveTo>
                  <a:pt x="0" y="0"/>
                </a:moveTo>
                <a:lnTo>
                  <a:pt x="1743342" y="0"/>
                </a:lnTo>
                <a:lnTo>
                  <a:pt x="1743342" y="5620774"/>
                </a:lnTo>
                <a:lnTo>
                  <a:pt x="0" y="56207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358745" y="6692932"/>
            <a:ext cx="1273977" cy="4114800"/>
          </a:xfrm>
          <a:custGeom>
            <a:avLst/>
            <a:gdLst/>
            <a:ahLst/>
            <a:cxnLst/>
            <a:rect r="r" b="b" t="t" l="l"/>
            <a:pathLst>
              <a:path h="4114800" w="1273977">
                <a:moveTo>
                  <a:pt x="0" y="0"/>
                </a:moveTo>
                <a:lnTo>
                  <a:pt x="1273978" y="0"/>
                </a:lnTo>
                <a:lnTo>
                  <a:pt x="127397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-128581">
            <a:off x="17072223" y="7340707"/>
            <a:ext cx="1273977" cy="4114800"/>
          </a:xfrm>
          <a:custGeom>
            <a:avLst/>
            <a:gdLst/>
            <a:ahLst/>
            <a:cxnLst/>
            <a:rect r="r" b="b" t="t" l="l"/>
            <a:pathLst>
              <a:path h="4114800" w="1273977">
                <a:moveTo>
                  <a:pt x="0" y="0"/>
                </a:moveTo>
                <a:lnTo>
                  <a:pt x="1273977" y="0"/>
                </a:lnTo>
                <a:lnTo>
                  <a:pt x="1273977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935708" y="5105400"/>
            <a:ext cx="4844392" cy="1465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2"/>
              </a:lnSpc>
            </a:pPr>
            <a:r>
              <a:rPr lang="en-US" sz="210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 simple timeline on how your product or service came to be is a helpful way of visualizing your origin story. What frustrations or ideas led to this?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935708" y="2769837"/>
            <a:ext cx="5876093" cy="1878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</a:pPr>
            <a:r>
              <a:rPr lang="en-US" b="true" sz="7200">
                <a:solidFill>
                  <a:srgbClr val="FFBD59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How this works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392014" y="2536475"/>
            <a:ext cx="251643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2100" spc="42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STEP 1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92014" y="2798412"/>
            <a:ext cx="2966607" cy="81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16"/>
              </a:lnSpc>
            </a:pPr>
            <a:r>
              <a:rPr lang="en-US" b="true" sz="4800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2020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92014" y="4617625"/>
            <a:ext cx="251643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2100" spc="42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STEP 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92014" y="4879562"/>
            <a:ext cx="2966607" cy="81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16"/>
              </a:lnSpc>
            </a:pPr>
            <a:r>
              <a:rPr lang="en-US" b="true" sz="4800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2021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92014" y="6685193"/>
            <a:ext cx="251643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</a:pPr>
            <a:r>
              <a:rPr lang="en-US" sz="2100" spc="420" u="none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STEP 3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92014" y="6947131"/>
            <a:ext cx="2966607" cy="8183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16"/>
              </a:lnSpc>
            </a:pPr>
            <a:r>
              <a:rPr lang="en-US" b="true" sz="4800">
                <a:solidFill>
                  <a:srgbClr val="FFFFFF"/>
                </a:solidFill>
                <a:latin typeface="Open Sans Semi-Bold"/>
                <a:ea typeface="Open Sans Semi-Bold"/>
                <a:cs typeface="Open Sans Semi-Bold"/>
                <a:sym typeface="Open Sans Semi-Bold"/>
              </a:rPr>
              <a:t>2022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854821" y="651190"/>
            <a:ext cx="4578357" cy="1892577"/>
          </a:xfrm>
          <a:custGeom>
            <a:avLst/>
            <a:gdLst/>
            <a:ahLst/>
            <a:cxnLst/>
            <a:rect r="r" b="b" t="t" l="l"/>
            <a:pathLst>
              <a:path h="1892577" w="4578357">
                <a:moveTo>
                  <a:pt x="0" y="0"/>
                </a:moveTo>
                <a:lnTo>
                  <a:pt x="4578358" y="0"/>
                </a:lnTo>
                <a:lnTo>
                  <a:pt x="4578358" y="1892578"/>
                </a:lnTo>
                <a:lnTo>
                  <a:pt x="0" y="18925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577" t="-7360" r="-7099" b="-12078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624322" y="4787457"/>
            <a:ext cx="9039357" cy="456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07"/>
              </a:lnSpc>
            </a:pPr>
            <a:r>
              <a:rPr lang="en-US" sz="3089" spc="988">
                <a:solidFill>
                  <a:srgbClr val="FFBD59"/>
                </a:solidFill>
                <a:latin typeface="Open Sans"/>
                <a:ea typeface="Open Sans"/>
                <a:cs typeface="Open Sans"/>
                <a:sym typeface="Open Sans"/>
              </a:rPr>
              <a:t>@YOURNAME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403290" y="3021735"/>
            <a:ext cx="7481421" cy="1560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358"/>
              </a:lnSpc>
            </a:pPr>
            <a:r>
              <a:rPr lang="en-US" sz="10298" b="true">
                <a:solidFill>
                  <a:srgbClr val="FFFFFF"/>
                </a:solidFill>
                <a:latin typeface="Open Sans Ultra-Bold"/>
                <a:ea typeface="Open Sans Ultra-Bold"/>
                <a:cs typeface="Open Sans Ultra-Bold"/>
                <a:sym typeface="Open Sans Ultra-Bold"/>
              </a:rPr>
              <a:t>Thank You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411104" y="5440589"/>
            <a:ext cx="4249382" cy="688499"/>
            <a:chOff x="0" y="0"/>
            <a:chExt cx="5665843" cy="917999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419457" y="10296"/>
              <a:ext cx="551627" cy="554396"/>
              <a:chOff x="0" y="0"/>
              <a:chExt cx="143879" cy="144601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43879" cy="144601"/>
              </a:xfrm>
              <a:custGeom>
                <a:avLst/>
                <a:gdLst/>
                <a:ahLst/>
                <a:cxnLst/>
                <a:rect r="r" b="b" t="t" l="l"/>
                <a:pathLst>
                  <a:path h="144601" w="143879">
                    <a:moveTo>
                      <a:pt x="71940" y="0"/>
                    </a:moveTo>
                    <a:lnTo>
                      <a:pt x="71940" y="0"/>
                    </a:lnTo>
                    <a:cubicBezTo>
                      <a:pt x="91019" y="0"/>
                      <a:pt x="109317" y="7579"/>
                      <a:pt x="122809" y="21071"/>
                    </a:cubicBezTo>
                    <a:cubicBezTo>
                      <a:pt x="136300" y="34562"/>
                      <a:pt x="143879" y="52860"/>
                      <a:pt x="143879" y="71940"/>
                    </a:cubicBezTo>
                    <a:lnTo>
                      <a:pt x="143879" y="72662"/>
                    </a:lnTo>
                    <a:cubicBezTo>
                      <a:pt x="143879" y="112393"/>
                      <a:pt x="111671" y="144601"/>
                      <a:pt x="71940" y="144601"/>
                    </a:cubicBezTo>
                    <a:lnTo>
                      <a:pt x="71940" y="144601"/>
                    </a:lnTo>
                    <a:cubicBezTo>
                      <a:pt x="52860" y="144601"/>
                      <a:pt x="34562" y="137022"/>
                      <a:pt x="21071" y="123531"/>
                    </a:cubicBezTo>
                    <a:cubicBezTo>
                      <a:pt x="7579" y="110039"/>
                      <a:pt x="0" y="91741"/>
                      <a:pt x="0" y="72662"/>
                    </a:cubicBezTo>
                    <a:lnTo>
                      <a:pt x="0" y="71940"/>
                    </a:lnTo>
                    <a:cubicBezTo>
                      <a:pt x="0" y="32208"/>
                      <a:pt x="32208" y="0"/>
                      <a:pt x="71940" y="0"/>
                    </a:cubicBezTo>
                    <a:close/>
                  </a:path>
                </a:pathLst>
              </a:custGeom>
              <a:solidFill>
                <a:srgbClr val="25C8EB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43879" cy="18270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40"/>
                  </a:lnSpc>
                </a:pPr>
              </a:p>
            </p:txBody>
          </p:sp>
        </p:grpSp>
        <p:sp>
          <p:nvSpPr>
            <p:cNvPr name="Freeform 10" id="10"/>
            <p:cNvSpPr/>
            <p:nvPr/>
          </p:nvSpPr>
          <p:spPr>
            <a:xfrm flipH="false" flipV="false" rot="0">
              <a:off x="435854" y="35147"/>
              <a:ext cx="516651" cy="516651"/>
            </a:xfrm>
            <a:custGeom>
              <a:avLst/>
              <a:gdLst/>
              <a:ahLst/>
              <a:cxnLst/>
              <a:rect r="r" b="b" t="t" l="l"/>
              <a:pathLst>
                <a:path h="516651" w="516651">
                  <a:moveTo>
                    <a:pt x="0" y="0"/>
                  </a:moveTo>
                  <a:lnTo>
                    <a:pt x="516650" y="0"/>
                  </a:lnTo>
                  <a:lnTo>
                    <a:pt x="516650" y="516650"/>
                  </a:lnTo>
                  <a:lnTo>
                    <a:pt x="0" y="516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0" y="569335"/>
              <a:ext cx="1390541" cy="338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67"/>
                </a:lnSpc>
                <a:spcBef>
                  <a:spcPct val="0"/>
                </a:spcBef>
              </a:pPr>
              <a:r>
                <a:rPr lang="en-US" b="true" sz="1590">
                  <a:solidFill>
                    <a:srgbClr val="F8EAD6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@name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850202" y="579630"/>
              <a:ext cx="1390541" cy="338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67"/>
                </a:lnSpc>
                <a:spcBef>
                  <a:spcPct val="0"/>
                </a:spcBef>
              </a:pPr>
              <a:r>
                <a:rPr lang="en-US" b="true" sz="1590">
                  <a:solidFill>
                    <a:srgbClr val="F8EAD6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@name</a:t>
              </a:r>
            </a:p>
          </p:txBody>
        </p:sp>
        <p:sp>
          <p:nvSpPr>
            <p:cNvPr name="Freeform 13" id="13"/>
            <p:cNvSpPr/>
            <p:nvPr/>
          </p:nvSpPr>
          <p:spPr>
            <a:xfrm flipH="false" flipV="false" rot="0">
              <a:off x="3272363" y="0"/>
              <a:ext cx="546218" cy="546218"/>
            </a:xfrm>
            <a:custGeom>
              <a:avLst/>
              <a:gdLst/>
              <a:ahLst/>
              <a:cxnLst/>
              <a:rect r="r" b="b" t="t" l="l"/>
              <a:pathLst>
                <a:path h="546218" w="546218">
                  <a:moveTo>
                    <a:pt x="0" y="0"/>
                  </a:moveTo>
                  <a:lnTo>
                    <a:pt x="546218" y="0"/>
                  </a:lnTo>
                  <a:lnTo>
                    <a:pt x="546218" y="546218"/>
                  </a:lnTo>
                  <a:lnTo>
                    <a:pt x="0" y="546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693792" y="9067"/>
              <a:ext cx="553562" cy="553562"/>
            </a:xfrm>
            <a:custGeom>
              <a:avLst/>
              <a:gdLst/>
              <a:ahLst/>
              <a:cxnLst/>
              <a:rect r="r" b="b" t="t" l="l"/>
              <a:pathLst>
                <a:path h="553562" w="553562">
                  <a:moveTo>
                    <a:pt x="0" y="0"/>
                  </a:moveTo>
                  <a:lnTo>
                    <a:pt x="553562" y="0"/>
                  </a:lnTo>
                  <a:lnTo>
                    <a:pt x="553562" y="553562"/>
                  </a:lnTo>
                  <a:lnTo>
                    <a:pt x="0" y="5535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 rot="0">
              <a:off x="4275302" y="570563"/>
              <a:ext cx="1390541" cy="338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67"/>
                </a:lnSpc>
                <a:spcBef>
                  <a:spcPct val="0"/>
                </a:spcBef>
              </a:pPr>
              <a:r>
                <a:rPr lang="en-US" b="true" sz="1590">
                  <a:solidFill>
                    <a:srgbClr val="F8EAD6"/>
                  </a:solidFill>
                  <a:latin typeface="Open Sans Medium"/>
                  <a:ea typeface="Open Sans Medium"/>
                  <a:cs typeface="Open Sans Medium"/>
                  <a:sym typeface="Open Sans Medium"/>
                </a:rPr>
                <a:t>@name</a:t>
              </a:r>
            </a:p>
          </p:txBody>
        </p:sp>
        <p:sp>
          <p:nvSpPr>
            <p:cNvPr name="Freeform 16" id="16"/>
            <p:cNvSpPr/>
            <p:nvPr/>
          </p:nvSpPr>
          <p:spPr>
            <a:xfrm flipH="false" flipV="false" rot="0">
              <a:off x="1875381" y="892"/>
              <a:ext cx="640554" cy="546218"/>
            </a:xfrm>
            <a:custGeom>
              <a:avLst/>
              <a:gdLst/>
              <a:ahLst/>
              <a:cxnLst/>
              <a:rect r="r" b="b" t="t" l="l"/>
              <a:pathLst>
                <a:path h="546218" w="640554">
                  <a:moveTo>
                    <a:pt x="0" y="0"/>
                  </a:moveTo>
                  <a:lnTo>
                    <a:pt x="640554" y="0"/>
                  </a:lnTo>
                  <a:lnTo>
                    <a:pt x="640554" y="546218"/>
                  </a:lnTo>
                  <a:lnTo>
                    <a:pt x="0" y="546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425101" y="578738"/>
              <a:ext cx="1390541" cy="338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67"/>
                </a:lnSpc>
                <a:spcBef>
                  <a:spcPct val="0"/>
                </a:spcBef>
              </a:pPr>
              <a:r>
                <a:rPr lang="en-US" sz="1590">
                  <a:solidFill>
                    <a:srgbClr val="F8EAD6"/>
                  </a:solidFill>
                  <a:latin typeface="Open Sans"/>
                  <a:ea typeface="Open Sans"/>
                  <a:cs typeface="Open Sans"/>
                  <a:sym typeface="Open Sans"/>
                </a:rPr>
                <a:t>@name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DAHDGJo-d-4</dc:identifier>
  <dcterms:modified xsi:type="dcterms:W3CDTF">2011-08-01T06:04:30Z</dcterms:modified>
  <cp:revision>1</cp:revision>
  <dc:title>PyCon US 2026 Presentation template</dc:title>
</cp:coreProperties>
</file>